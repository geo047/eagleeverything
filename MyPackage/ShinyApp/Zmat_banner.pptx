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56" r:id="rId2"/>
  </p:sldIdLst>
  <p:sldSz cx="16200438" cy="1260475"/>
  <p:notesSz cx="6858000" cy="9144000"/>
  <p:defaultTextStyle>
    <a:defPPr>
      <a:defRPr lang="en-US"/>
    </a:defPPr>
    <a:lvl1pPr marL="0" algn="l" defTabSz="783519" rtl="0" eaLnBrk="1" latinLnBrk="0" hangingPunct="1">
      <a:defRPr sz="1542" kern="1200">
        <a:solidFill>
          <a:schemeClr val="tx1"/>
        </a:solidFill>
        <a:latin typeface="+mn-lt"/>
        <a:ea typeface="+mn-ea"/>
        <a:cs typeface="+mn-cs"/>
      </a:defRPr>
    </a:lvl1pPr>
    <a:lvl2pPr marL="391760" algn="l" defTabSz="783519" rtl="0" eaLnBrk="1" latinLnBrk="0" hangingPunct="1">
      <a:defRPr sz="1542" kern="1200">
        <a:solidFill>
          <a:schemeClr val="tx1"/>
        </a:solidFill>
        <a:latin typeface="+mn-lt"/>
        <a:ea typeface="+mn-ea"/>
        <a:cs typeface="+mn-cs"/>
      </a:defRPr>
    </a:lvl2pPr>
    <a:lvl3pPr marL="783519" algn="l" defTabSz="783519" rtl="0" eaLnBrk="1" latinLnBrk="0" hangingPunct="1">
      <a:defRPr sz="1542" kern="1200">
        <a:solidFill>
          <a:schemeClr val="tx1"/>
        </a:solidFill>
        <a:latin typeface="+mn-lt"/>
        <a:ea typeface="+mn-ea"/>
        <a:cs typeface="+mn-cs"/>
      </a:defRPr>
    </a:lvl3pPr>
    <a:lvl4pPr marL="1175279" algn="l" defTabSz="783519" rtl="0" eaLnBrk="1" latinLnBrk="0" hangingPunct="1">
      <a:defRPr sz="1542" kern="1200">
        <a:solidFill>
          <a:schemeClr val="tx1"/>
        </a:solidFill>
        <a:latin typeface="+mn-lt"/>
        <a:ea typeface="+mn-ea"/>
        <a:cs typeface="+mn-cs"/>
      </a:defRPr>
    </a:lvl4pPr>
    <a:lvl5pPr marL="1567039" algn="l" defTabSz="783519" rtl="0" eaLnBrk="1" latinLnBrk="0" hangingPunct="1">
      <a:defRPr sz="1542" kern="1200">
        <a:solidFill>
          <a:schemeClr val="tx1"/>
        </a:solidFill>
        <a:latin typeface="+mn-lt"/>
        <a:ea typeface="+mn-ea"/>
        <a:cs typeface="+mn-cs"/>
      </a:defRPr>
    </a:lvl5pPr>
    <a:lvl6pPr marL="1958798" algn="l" defTabSz="783519" rtl="0" eaLnBrk="1" latinLnBrk="0" hangingPunct="1">
      <a:defRPr sz="1542" kern="1200">
        <a:solidFill>
          <a:schemeClr val="tx1"/>
        </a:solidFill>
        <a:latin typeface="+mn-lt"/>
        <a:ea typeface="+mn-ea"/>
        <a:cs typeface="+mn-cs"/>
      </a:defRPr>
    </a:lvl6pPr>
    <a:lvl7pPr marL="2350558" algn="l" defTabSz="783519" rtl="0" eaLnBrk="1" latinLnBrk="0" hangingPunct="1">
      <a:defRPr sz="1542" kern="1200">
        <a:solidFill>
          <a:schemeClr val="tx1"/>
        </a:solidFill>
        <a:latin typeface="+mn-lt"/>
        <a:ea typeface="+mn-ea"/>
        <a:cs typeface="+mn-cs"/>
      </a:defRPr>
    </a:lvl7pPr>
    <a:lvl8pPr marL="2742318" algn="l" defTabSz="783519" rtl="0" eaLnBrk="1" latinLnBrk="0" hangingPunct="1">
      <a:defRPr sz="1542" kern="1200">
        <a:solidFill>
          <a:schemeClr val="tx1"/>
        </a:solidFill>
        <a:latin typeface="+mn-lt"/>
        <a:ea typeface="+mn-ea"/>
        <a:cs typeface="+mn-cs"/>
      </a:defRPr>
    </a:lvl8pPr>
    <a:lvl9pPr marL="3134077" algn="l" defTabSz="783519" rtl="0" eaLnBrk="1" latinLnBrk="0" hangingPunct="1">
      <a:defRPr sz="154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873" autoAdjust="0"/>
    <p:restoredTop sz="94660"/>
  </p:normalViewPr>
  <p:slideViewPr>
    <p:cSldViewPr snapToGrid="0">
      <p:cViewPr>
        <p:scale>
          <a:sx n="61" d="100"/>
          <a:sy n="61" d="100"/>
        </p:scale>
        <p:origin x="216" y="-1128"/>
      </p:cViewPr>
      <p:guideLst>
        <p:guide orient="horz" pos="397"/>
        <p:guide pos="51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interSettings" Target="printerSettings/printerSettings1.bin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25055" y="206286"/>
            <a:ext cx="12150329" cy="438832"/>
          </a:xfrm>
        </p:spPr>
        <p:txBody>
          <a:bodyPr anchor="b"/>
          <a:lstStyle>
            <a:lvl1pPr algn="ctr">
              <a:defRPr sz="1103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5055" y="662041"/>
            <a:ext cx="12150329" cy="304323"/>
          </a:xfrm>
        </p:spPr>
        <p:txBody>
          <a:bodyPr/>
          <a:lstStyle>
            <a:lvl1pPr marL="0" indent="0" algn="ctr">
              <a:buNone/>
              <a:defRPr sz="441"/>
            </a:lvl1pPr>
            <a:lvl2pPr marL="84033" indent="0" algn="ctr">
              <a:buNone/>
              <a:defRPr sz="368"/>
            </a:lvl2pPr>
            <a:lvl3pPr marL="168067" indent="0" algn="ctr">
              <a:buNone/>
              <a:defRPr sz="331"/>
            </a:lvl3pPr>
            <a:lvl4pPr marL="252100" indent="0" algn="ctr">
              <a:buNone/>
              <a:defRPr sz="294"/>
            </a:lvl4pPr>
            <a:lvl5pPr marL="336133" indent="0" algn="ctr">
              <a:buNone/>
              <a:defRPr sz="294"/>
            </a:lvl5pPr>
            <a:lvl6pPr marL="420167" indent="0" algn="ctr">
              <a:buNone/>
              <a:defRPr sz="294"/>
            </a:lvl6pPr>
            <a:lvl7pPr marL="504200" indent="0" algn="ctr">
              <a:buNone/>
              <a:defRPr sz="294"/>
            </a:lvl7pPr>
            <a:lvl8pPr marL="588234" indent="0" algn="ctr">
              <a:buNone/>
              <a:defRPr sz="294"/>
            </a:lvl8pPr>
            <a:lvl9pPr marL="672267" indent="0" algn="ctr">
              <a:buNone/>
              <a:defRPr sz="294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53508-A731-40E5-8CE0-CEE8F16C7BE3}" type="datetimeFigureOut">
              <a:rPr lang="en-AU" smtClean="0"/>
              <a:t>15/11/17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87532-EAE2-4FB6-8CAE-38FC64C01991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53508-A731-40E5-8CE0-CEE8F16C7BE3}" type="datetimeFigureOut">
              <a:rPr lang="en-AU" smtClean="0"/>
              <a:t>15/11/17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87532-EAE2-4FB6-8CAE-38FC64C01991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5342" y="314244"/>
            <a:ext cx="13972878" cy="524322"/>
          </a:xfrm>
        </p:spPr>
        <p:txBody>
          <a:bodyPr anchor="b"/>
          <a:lstStyle>
            <a:lvl1pPr>
              <a:defRPr sz="1103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5342" y="843526"/>
            <a:ext cx="13972878" cy="275729"/>
          </a:xfrm>
        </p:spPr>
        <p:txBody>
          <a:bodyPr/>
          <a:lstStyle>
            <a:lvl1pPr marL="0" indent="0">
              <a:buNone/>
              <a:defRPr sz="441">
                <a:solidFill>
                  <a:schemeClr val="tx1">
                    <a:tint val="75000"/>
                  </a:schemeClr>
                </a:solidFill>
              </a:defRPr>
            </a:lvl1pPr>
            <a:lvl2pPr marL="84033" indent="0">
              <a:buNone/>
              <a:defRPr sz="368">
                <a:solidFill>
                  <a:schemeClr val="tx1">
                    <a:tint val="75000"/>
                  </a:schemeClr>
                </a:solidFill>
              </a:defRPr>
            </a:lvl2pPr>
            <a:lvl3pPr marL="168067" indent="0">
              <a:buNone/>
              <a:defRPr sz="331">
                <a:solidFill>
                  <a:schemeClr val="tx1">
                    <a:tint val="75000"/>
                  </a:schemeClr>
                </a:solidFill>
              </a:defRPr>
            </a:lvl3pPr>
            <a:lvl4pPr marL="252100" indent="0">
              <a:buNone/>
              <a:defRPr sz="294">
                <a:solidFill>
                  <a:schemeClr val="tx1">
                    <a:tint val="75000"/>
                  </a:schemeClr>
                </a:solidFill>
              </a:defRPr>
            </a:lvl4pPr>
            <a:lvl5pPr marL="336133" indent="0">
              <a:buNone/>
              <a:defRPr sz="294">
                <a:solidFill>
                  <a:schemeClr val="tx1">
                    <a:tint val="75000"/>
                  </a:schemeClr>
                </a:solidFill>
              </a:defRPr>
            </a:lvl5pPr>
            <a:lvl6pPr marL="420167" indent="0">
              <a:buNone/>
              <a:defRPr sz="294">
                <a:solidFill>
                  <a:schemeClr val="tx1">
                    <a:tint val="75000"/>
                  </a:schemeClr>
                </a:solidFill>
              </a:defRPr>
            </a:lvl6pPr>
            <a:lvl7pPr marL="504200" indent="0">
              <a:buNone/>
              <a:defRPr sz="294">
                <a:solidFill>
                  <a:schemeClr val="tx1">
                    <a:tint val="75000"/>
                  </a:schemeClr>
                </a:solidFill>
              </a:defRPr>
            </a:lvl7pPr>
            <a:lvl8pPr marL="588234" indent="0">
              <a:buNone/>
              <a:defRPr sz="294">
                <a:solidFill>
                  <a:schemeClr val="tx1">
                    <a:tint val="75000"/>
                  </a:schemeClr>
                </a:solidFill>
              </a:defRPr>
            </a:lvl8pPr>
            <a:lvl9pPr marL="672267" indent="0">
              <a:buNone/>
              <a:defRPr sz="29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53508-A731-40E5-8CE0-CEE8F16C7BE3}" type="datetimeFigureOut">
              <a:rPr lang="en-AU" smtClean="0"/>
              <a:t>15/11/17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87532-EAE2-4FB6-8CAE-38FC64C01991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3780" y="335543"/>
            <a:ext cx="6885186" cy="7997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01472" y="335543"/>
            <a:ext cx="6885186" cy="7997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53508-A731-40E5-8CE0-CEE8F16C7BE3}" type="datetimeFigureOut">
              <a:rPr lang="en-AU" smtClean="0"/>
              <a:t>15/11/17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87532-EAE2-4FB6-8CAE-38FC64C01991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890" y="67108"/>
            <a:ext cx="13972878" cy="24363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5891" y="308992"/>
            <a:ext cx="6853544" cy="151432"/>
          </a:xfrm>
        </p:spPr>
        <p:txBody>
          <a:bodyPr anchor="b"/>
          <a:lstStyle>
            <a:lvl1pPr marL="0" indent="0">
              <a:buNone/>
              <a:defRPr sz="441" b="1"/>
            </a:lvl1pPr>
            <a:lvl2pPr marL="84033" indent="0">
              <a:buNone/>
              <a:defRPr sz="368" b="1"/>
            </a:lvl2pPr>
            <a:lvl3pPr marL="168067" indent="0">
              <a:buNone/>
              <a:defRPr sz="331" b="1"/>
            </a:lvl3pPr>
            <a:lvl4pPr marL="252100" indent="0">
              <a:buNone/>
              <a:defRPr sz="294" b="1"/>
            </a:lvl4pPr>
            <a:lvl5pPr marL="336133" indent="0">
              <a:buNone/>
              <a:defRPr sz="294" b="1"/>
            </a:lvl5pPr>
            <a:lvl6pPr marL="420167" indent="0">
              <a:buNone/>
              <a:defRPr sz="294" b="1"/>
            </a:lvl6pPr>
            <a:lvl7pPr marL="504200" indent="0">
              <a:buNone/>
              <a:defRPr sz="294" b="1"/>
            </a:lvl7pPr>
            <a:lvl8pPr marL="588234" indent="0">
              <a:buNone/>
              <a:defRPr sz="294" b="1"/>
            </a:lvl8pPr>
            <a:lvl9pPr marL="672267" indent="0">
              <a:buNone/>
              <a:defRPr sz="294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5891" y="460423"/>
            <a:ext cx="6853544" cy="67721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201472" y="308992"/>
            <a:ext cx="6887296" cy="151432"/>
          </a:xfrm>
        </p:spPr>
        <p:txBody>
          <a:bodyPr anchor="b"/>
          <a:lstStyle>
            <a:lvl1pPr marL="0" indent="0">
              <a:buNone/>
              <a:defRPr sz="441" b="1"/>
            </a:lvl1pPr>
            <a:lvl2pPr marL="84033" indent="0">
              <a:buNone/>
              <a:defRPr sz="368" b="1"/>
            </a:lvl2pPr>
            <a:lvl3pPr marL="168067" indent="0">
              <a:buNone/>
              <a:defRPr sz="331" b="1"/>
            </a:lvl3pPr>
            <a:lvl4pPr marL="252100" indent="0">
              <a:buNone/>
              <a:defRPr sz="294" b="1"/>
            </a:lvl4pPr>
            <a:lvl5pPr marL="336133" indent="0">
              <a:buNone/>
              <a:defRPr sz="294" b="1"/>
            </a:lvl5pPr>
            <a:lvl6pPr marL="420167" indent="0">
              <a:buNone/>
              <a:defRPr sz="294" b="1"/>
            </a:lvl6pPr>
            <a:lvl7pPr marL="504200" indent="0">
              <a:buNone/>
              <a:defRPr sz="294" b="1"/>
            </a:lvl7pPr>
            <a:lvl8pPr marL="588234" indent="0">
              <a:buNone/>
              <a:defRPr sz="294" b="1"/>
            </a:lvl8pPr>
            <a:lvl9pPr marL="672267" indent="0">
              <a:buNone/>
              <a:defRPr sz="294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201472" y="460423"/>
            <a:ext cx="6887296" cy="67721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53508-A731-40E5-8CE0-CEE8F16C7BE3}" type="datetimeFigureOut">
              <a:rPr lang="en-AU" smtClean="0"/>
              <a:t>15/11/17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87532-EAE2-4FB6-8CAE-38FC64C01991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53508-A731-40E5-8CE0-CEE8F16C7BE3}" type="datetimeFigureOut">
              <a:rPr lang="en-AU" smtClean="0"/>
              <a:t>15/11/17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87532-EAE2-4FB6-8CAE-38FC64C01991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53508-A731-40E5-8CE0-CEE8F16C7BE3}" type="datetimeFigureOut">
              <a:rPr lang="en-AU" smtClean="0"/>
              <a:t>15/11/17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87532-EAE2-4FB6-8CAE-38FC64C01991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891" y="84032"/>
            <a:ext cx="5225062" cy="294111"/>
          </a:xfrm>
        </p:spPr>
        <p:txBody>
          <a:bodyPr anchor="b"/>
          <a:lstStyle>
            <a:lvl1pPr>
              <a:defRPr sz="588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7296" y="181485"/>
            <a:ext cx="8201472" cy="895754"/>
          </a:xfrm>
        </p:spPr>
        <p:txBody>
          <a:bodyPr/>
          <a:lstStyle>
            <a:lvl1pPr>
              <a:defRPr sz="588"/>
            </a:lvl1pPr>
            <a:lvl2pPr>
              <a:defRPr sz="515"/>
            </a:lvl2pPr>
            <a:lvl3pPr>
              <a:defRPr sz="441"/>
            </a:lvl3pPr>
            <a:lvl4pPr>
              <a:defRPr sz="368"/>
            </a:lvl4pPr>
            <a:lvl5pPr>
              <a:defRPr sz="368"/>
            </a:lvl5pPr>
            <a:lvl6pPr>
              <a:defRPr sz="368"/>
            </a:lvl6pPr>
            <a:lvl7pPr>
              <a:defRPr sz="368"/>
            </a:lvl7pPr>
            <a:lvl8pPr>
              <a:defRPr sz="368"/>
            </a:lvl8pPr>
            <a:lvl9pPr>
              <a:defRPr sz="368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891" y="378142"/>
            <a:ext cx="5225062" cy="700556"/>
          </a:xfrm>
        </p:spPr>
        <p:txBody>
          <a:bodyPr/>
          <a:lstStyle>
            <a:lvl1pPr marL="0" indent="0">
              <a:buNone/>
              <a:defRPr sz="294"/>
            </a:lvl1pPr>
            <a:lvl2pPr marL="84033" indent="0">
              <a:buNone/>
              <a:defRPr sz="257"/>
            </a:lvl2pPr>
            <a:lvl3pPr marL="168067" indent="0">
              <a:buNone/>
              <a:defRPr sz="221"/>
            </a:lvl3pPr>
            <a:lvl4pPr marL="252100" indent="0">
              <a:buNone/>
              <a:defRPr sz="184"/>
            </a:lvl4pPr>
            <a:lvl5pPr marL="336133" indent="0">
              <a:buNone/>
              <a:defRPr sz="184"/>
            </a:lvl5pPr>
            <a:lvl6pPr marL="420167" indent="0">
              <a:buNone/>
              <a:defRPr sz="184"/>
            </a:lvl6pPr>
            <a:lvl7pPr marL="504200" indent="0">
              <a:buNone/>
              <a:defRPr sz="184"/>
            </a:lvl7pPr>
            <a:lvl8pPr marL="588234" indent="0">
              <a:buNone/>
              <a:defRPr sz="184"/>
            </a:lvl8pPr>
            <a:lvl9pPr marL="672267" indent="0">
              <a:buNone/>
              <a:defRPr sz="184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53508-A731-40E5-8CE0-CEE8F16C7BE3}" type="datetimeFigureOut">
              <a:rPr lang="en-AU" smtClean="0"/>
              <a:t>15/11/17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87532-EAE2-4FB6-8CAE-38FC64C01991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891" y="84032"/>
            <a:ext cx="5225062" cy="294111"/>
          </a:xfrm>
        </p:spPr>
        <p:txBody>
          <a:bodyPr anchor="b"/>
          <a:lstStyle>
            <a:lvl1pPr>
              <a:defRPr sz="588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87296" y="181485"/>
            <a:ext cx="8201472" cy="895754"/>
          </a:xfrm>
        </p:spPr>
        <p:txBody>
          <a:bodyPr anchor="t"/>
          <a:lstStyle>
            <a:lvl1pPr marL="0" indent="0">
              <a:buNone/>
              <a:defRPr sz="588"/>
            </a:lvl1pPr>
            <a:lvl2pPr marL="84033" indent="0">
              <a:buNone/>
              <a:defRPr sz="515"/>
            </a:lvl2pPr>
            <a:lvl3pPr marL="168067" indent="0">
              <a:buNone/>
              <a:defRPr sz="441"/>
            </a:lvl3pPr>
            <a:lvl4pPr marL="252100" indent="0">
              <a:buNone/>
              <a:defRPr sz="368"/>
            </a:lvl4pPr>
            <a:lvl5pPr marL="336133" indent="0">
              <a:buNone/>
              <a:defRPr sz="368"/>
            </a:lvl5pPr>
            <a:lvl6pPr marL="420167" indent="0">
              <a:buNone/>
              <a:defRPr sz="368"/>
            </a:lvl6pPr>
            <a:lvl7pPr marL="504200" indent="0">
              <a:buNone/>
              <a:defRPr sz="368"/>
            </a:lvl7pPr>
            <a:lvl8pPr marL="588234" indent="0">
              <a:buNone/>
              <a:defRPr sz="368"/>
            </a:lvl8pPr>
            <a:lvl9pPr marL="672267" indent="0">
              <a:buNone/>
              <a:defRPr sz="368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891" y="378142"/>
            <a:ext cx="5225062" cy="700556"/>
          </a:xfrm>
        </p:spPr>
        <p:txBody>
          <a:bodyPr/>
          <a:lstStyle>
            <a:lvl1pPr marL="0" indent="0">
              <a:buNone/>
              <a:defRPr sz="294"/>
            </a:lvl1pPr>
            <a:lvl2pPr marL="84033" indent="0">
              <a:buNone/>
              <a:defRPr sz="257"/>
            </a:lvl2pPr>
            <a:lvl3pPr marL="168067" indent="0">
              <a:buNone/>
              <a:defRPr sz="221"/>
            </a:lvl3pPr>
            <a:lvl4pPr marL="252100" indent="0">
              <a:buNone/>
              <a:defRPr sz="184"/>
            </a:lvl4pPr>
            <a:lvl5pPr marL="336133" indent="0">
              <a:buNone/>
              <a:defRPr sz="184"/>
            </a:lvl5pPr>
            <a:lvl6pPr marL="420167" indent="0">
              <a:buNone/>
              <a:defRPr sz="184"/>
            </a:lvl6pPr>
            <a:lvl7pPr marL="504200" indent="0">
              <a:buNone/>
              <a:defRPr sz="184"/>
            </a:lvl7pPr>
            <a:lvl8pPr marL="588234" indent="0">
              <a:buNone/>
              <a:defRPr sz="184"/>
            </a:lvl8pPr>
            <a:lvl9pPr marL="672267" indent="0">
              <a:buNone/>
              <a:defRPr sz="184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53508-A731-40E5-8CE0-CEE8F16C7BE3}" type="datetimeFigureOut">
              <a:rPr lang="en-AU" smtClean="0"/>
              <a:t>15/11/17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87532-EAE2-4FB6-8CAE-38FC64C01991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53508-A731-40E5-8CE0-CEE8F16C7BE3}" type="datetimeFigureOut">
              <a:rPr lang="en-AU" smtClean="0"/>
              <a:t>15/11/17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87532-EAE2-4FB6-8CAE-38FC64C01991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93439" y="67109"/>
            <a:ext cx="3493219" cy="106819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780" y="67109"/>
            <a:ext cx="10277153" cy="106819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53508-A731-40E5-8CE0-CEE8F16C7BE3}" type="datetimeFigureOut">
              <a:rPr lang="en-AU" smtClean="0"/>
              <a:t>15/11/17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87532-EAE2-4FB6-8CAE-38FC64C01991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3780" y="67108"/>
            <a:ext cx="13972878" cy="243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780" y="335543"/>
            <a:ext cx="13972878" cy="799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13780" y="1168273"/>
            <a:ext cx="3645099" cy="67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2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453508-A731-40E5-8CE0-CEE8F16C7BE3}" type="datetimeFigureOut">
              <a:rPr lang="en-AU" smtClean="0"/>
              <a:t>15/11/17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66395" y="1168273"/>
            <a:ext cx="5467648" cy="67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2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41559" y="1168273"/>
            <a:ext cx="3645099" cy="67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2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787532-EAE2-4FB6-8CAE-38FC64C0199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82047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168067" rtl="0" eaLnBrk="1" latinLnBrk="0" hangingPunct="1">
        <a:lnSpc>
          <a:spcPct val="90000"/>
        </a:lnSpc>
        <a:spcBef>
          <a:spcPct val="0"/>
        </a:spcBef>
        <a:buNone/>
        <a:defRPr sz="80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017" indent="-42017" algn="l" defTabSz="168067" rtl="0" eaLnBrk="1" latinLnBrk="0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515" kern="1200">
          <a:solidFill>
            <a:schemeClr val="tx1"/>
          </a:solidFill>
          <a:latin typeface="+mn-lt"/>
          <a:ea typeface="+mn-ea"/>
          <a:cs typeface="+mn-cs"/>
        </a:defRPr>
      </a:lvl1pPr>
      <a:lvl2pPr marL="126050" indent="-42017" algn="l" defTabSz="168067" rtl="0" eaLnBrk="1" latinLnBrk="0" hangingPunct="1">
        <a:lnSpc>
          <a:spcPct val="90000"/>
        </a:lnSpc>
        <a:spcBef>
          <a:spcPts val="92"/>
        </a:spcBef>
        <a:buFont typeface="Arial" panose="020B0604020202020204" pitchFamily="34" charset="0"/>
        <a:buChar char="•"/>
        <a:defRPr sz="441" kern="1200">
          <a:solidFill>
            <a:schemeClr val="tx1"/>
          </a:solidFill>
          <a:latin typeface="+mn-lt"/>
          <a:ea typeface="+mn-ea"/>
          <a:cs typeface="+mn-cs"/>
        </a:defRPr>
      </a:lvl2pPr>
      <a:lvl3pPr marL="210083" indent="-42017" algn="l" defTabSz="168067" rtl="0" eaLnBrk="1" latinLnBrk="0" hangingPunct="1">
        <a:lnSpc>
          <a:spcPct val="90000"/>
        </a:lnSpc>
        <a:spcBef>
          <a:spcPts val="92"/>
        </a:spcBef>
        <a:buFont typeface="Arial" panose="020B0604020202020204" pitchFamily="34" charset="0"/>
        <a:buChar char="•"/>
        <a:defRPr sz="368" kern="1200">
          <a:solidFill>
            <a:schemeClr val="tx1"/>
          </a:solidFill>
          <a:latin typeface="+mn-lt"/>
          <a:ea typeface="+mn-ea"/>
          <a:cs typeface="+mn-cs"/>
        </a:defRPr>
      </a:lvl3pPr>
      <a:lvl4pPr marL="294117" indent="-42017" algn="l" defTabSz="168067" rtl="0" eaLnBrk="1" latinLnBrk="0" hangingPunct="1">
        <a:lnSpc>
          <a:spcPct val="90000"/>
        </a:lnSpc>
        <a:spcBef>
          <a:spcPts val="92"/>
        </a:spcBef>
        <a:buFont typeface="Arial" panose="020B0604020202020204" pitchFamily="34" charset="0"/>
        <a:buChar char="•"/>
        <a:defRPr sz="331" kern="1200">
          <a:solidFill>
            <a:schemeClr val="tx1"/>
          </a:solidFill>
          <a:latin typeface="+mn-lt"/>
          <a:ea typeface="+mn-ea"/>
          <a:cs typeface="+mn-cs"/>
        </a:defRPr>
      </a:lvl4pPr>
      <a:lvl5pPr marL="378150" indent="-42017" algn="l" defTabSz="168067" rtl="0" eaLnBrk="1" latinLnBrk="0" hangingPunct="1">
        <a:lnSpc>
          <a:spcPct val="90000"/>
        </a:lnSpc>
        <a:spcBef>
          <a:spcPts val="92"/>
        </a:spcBef>
        <a:buFont typeface="Arial" panose="020B0604020202020204" pitchFamily="34" charset="0"/>
        <a:buChar char="•"/>
        <a:defRPr sz="331" kern="1200">
          <a:solidFill>
            <a:schemeClr val="tx1"/>
          </a:solidFill>
          <a:latin typeface="+mn-lt"/>
          <a:ea typeface="+mn-ea"/>
          <a:cs typeface="+mn-cs"/>
        </a:defRPr>
      </a:lvl5pPr>
      <a:lvl6pPr marL="462183" indent="-42017" algn="l" defTabSz="168067" rtl="0" eaLnBrk="1" latinLnBrk="0" hangingPunct="1">
        <a:lnSpc>
          <a:spcPct val="90000"/>
        </a:lnSpc>
        <a:spcBef>
          <a:spcPts val="92"/>
        </a:spcBef>
        <a:buFont typeface="Arial" panose="020B0604020202020204" pitchFamily="34" charset="0"/>
        <a:buChar char="•"/>
        <a:defRPr sz="331" kern="1200">
          <a:solidFill>
            <a:schemeClr val="tx1"/>
          </a:solidFill>
          <a:latin typeface="+mn-lt"/>
          <a:ea typeface="+mn-ea"/>
          <a:cs typeface="+mn-cs"/>
        </a:defRPr>
      </a:lvl6pPr>
      <a:lvl7pPr marL="546217" indent="-42017" algn="l" defTabSz="168067" rtl="0" eaLnBrk="1" latinLnBrk="0" hangingPunct="1">
        <a:lnSpc>
          <a:spcPct val="90000"/>
        </a:lnSpc>
        <a:spcBef>
          <a:spcPts val="92"/>
        </a:spcBef>
        <a:buFont typeface="Arial" panose="020B0604020202020204" pitchFamily="34" charset="0"/>
        <a:buChar char="•"/>
        <a:defRPr sz="331" kern="1200">
          <a:solidFill>
            <a:schemeClr val="tx1"/>
          </a:solidFill>
          <a:latin typeface="+mn-lt"/>
          <a:ea typeface="+mn-ea"/>
          <a:cs typeface="+mn-cs"/>
        </a:defRPr>
      </a:lvl7pPr>
      <a:lvl8pPr marL="630250" indent="-42017" algn="l" defTabSz="168067" rtl="0" eaLnBrk="1" latinLnBrk="0" hangingPunct="1">
        <a:lnSpc>
          <a:spcPct val="90000"/>
        </a:lnSpc>
        <a:spcBef>
          <a:spcPts val="92"/>
        </a:spcBef>
        <a:buFont typeface="Arial" panose="020B0604020202020204" pitchFamily="34" charset="0"/>
        <a:buChar char="•"/>
        <a:defRPr sz="331" kern="1200">
          <a:solidFill>
            <a:schemeClr val="tx1"/>
          </a:solidFill>
          <a:latin typeface="+mn-lt"/>
          <a:ea typeface="+mn-ea"/>
          <a:cs typeface="+mn-cs"/>
        </a:defRPr>
      </a:lvl8pPr>
      <a:lvl9pPr marL="714284" indent="-42017" algn="l" defTabSz="168067" rtl="0" eaLnBrk="1" latinLnBrk="0" hangingPunct="1">
        <a:lnSpc>
          <a:spcPct val="90000"/>
        </a:lnSpc>
        <a:spcBef>
          <a:spcPts val="92"/>
        </a:spcBef>
        <a:buFont typeface="Arial" panose="020B0604020202020204" pitchFamily="34" charset="0"/>
        <a:buChar char="•"/>
        <a:defRPr sz="33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68067" rtl="0" eaLnBrk="1" latinLnBrk="0" hangingPunct="1">
        <a:defRPr sz="331" kern="1200">
          <a:solidFill>
            <a:schemeClr val="tx1"/>
          </a:solidFill>
          <a:latin typeface="+mn-lt"/>
          <a:ea typeface="+mn-ea"/>
          <a:cs typeface="+mn-cs"/>
        </a:defRPr>
      </a:lvl1pPr>
      <a:lvl2pPr marL="84033" algn="l" defTabSz="168067" rtl="0" eaLnBrk="1" latinLnBrk="0" hangingPunct="1">
        <a:defRPr sz="331" kern="1200">
          <a:solidFill>
            <a:schemeClr val="tx1"/>
          </a:solidFill>
          <a:latin typeface="+mn-lt"/>
          <a:ea typeface="+mn-ea"/>
          <a:cs typeface="+mn-cs"/>
        </a:defRPr>
      </a:lvl2pPr>
      <a:lvl3pPr marL="168067" algn="l" defTabSz="168067" rtl="0" eaLnBrk="1" latinLnBrk="0" hangingPunct="1">
        <a:defRPr sz="331" kern="1200">
          <a:solidFill>
            <a:schemeClr val="tx1"/>
          </a:solidFill>
          <a:latin typeface="+mn-lt"/>
          <a:ea typeface="+mn-ea"/>
          <a:cs typeface="+mn-cs"/>
        </a:defRPr>
      </a:lvl3pPr>
      <a:lvl4pPr marL="252100" algn="l" defTabSz="168067" rtl="0" eaLnBrk="1" latinLnBrk="0" hangingPunct="1">
        <a:defRPr sz="331" kern="1200">
          <a:solidFill>
            <a:schemeClr val="tx1"/>
          </a:solidFill>
          <a:latin typeface="+mn-lt"/>
          <a:ea typeface="+mn-ea"/>
          <a:cs typeface="+mn-cs"/>
        </a:defRPr>
      </a:lvl4pPr>
      <a:lvl5pPr marL="336133" algn="l" defTabSz="168067" rtl="0" eaLnBrk="1" latinLnBrk="0" hangingPunct="1">
        <a:defRPr sz="331" kern="1200">
          <a:solidFill>
            <a:schemeClr val="tx1"/>
          </a:solidFill>
          <a:latin typeface="+mn-lt"/>
          <a:ea typeface="+mn-ea"/>
          <a:cs typeface="+mn-cs"/>
        </a:defRPr>
      </a:lvl5pPr>
      <a:lvl6pPr marL="420167" algn="l" defTabSz="168067" rtl="0" eaLnBrk="1" latinLnBrk="0" hangingPunct="1">
        <a:defRPr sz="331" kern="1200">
          <a:solidFill>
            <a:schemeClr val="tx1"/>
          </a:solidFill>
          <a:latin typeface="+mn-lt"/>
          <a:ea typeface="+mn-ea"/>
          <a:cs typeface="+mn-cs"/>
        </a:defRPr>
      </a:lvl6pPr>
      <a:lvl7pPr marL="504200" algn="l" defTabSz="168067" rtl="0" eaLnBrk="1" latinLnBrk="0" hangingPunct="1">
        <a:defRPr sz="331" kern="1200">
          <a:solidFill>
            <a:schemeClr val="tx1"/>
          </a:solidFill>
          <a:latin typeface="+mn-lt"/>
          <a:ea typeface="+mn-ea"/>
          <a:cs typeface="+mn-cs"/>
        </a:defRPr>
      </a:lvl7pPr>
      <a:lvl8pPr marL="588234" algn="l" defTabSz="168067" rtl="0" eaLnBrk="1" latinLnBrk="0" hangingPunct="1">
        <a:defRPr sz="331" kern="1200">
          <a:solidFill>
            <a:schemeClr val="tx1"/>
          </a:solidFill>
          <a:latin typeface="+mn-lt"/>
          <a:ea typeface="+mn-ea"/>
          <a:cs typeface="+mn-cs"/>
        </a:defRPr>
      </a:lvl8pPr>
      <a:lvl9pPr marL="672267" algn="l" defTabSz="168067" rtl="0" eaLnBrk="1" latinLnBrk="0" hangingPunct="1">
        <a:defRPr sz="33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6200438" cy="12604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337" tIns="5669" rIns="11337" bIns="566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224" dirty="0"/>
          </a:p>
        </p:txBody>
      </p:sp>
      <p:sp>
        <p:nvSpPr>
          <p:cNvPr id="8" name="TextBox 7"/>
          <p:cNvSpPr txBox="1"/>
          <p:nvPr/>
        </p:nvSpPr>
        <p:spPr>
          <a:xfrm>
            <a:off x="504500" y="76239"/>
            <a:ext cx="153705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cap="small" smtClean="0">
                <a:solidFill>
                  <a:srgbClr val="92D050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</a:rPr>
              <a:t>Z Matrix</a:t>
            </a:r>
            <a:r>
              <a:rPr lang="en-US" sz="6600" b="1" cap="small" smtClean="0">
                <a:solidFill>
                  <a:srgbClr val="92D050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</a:rPr>
              <a:t> </a:t>
            </a:r>
            <a:r>
              <a:rPr lang="en-US" sz="6600" b="1" cap="small" dirty="0">
                <a:solidFill>
                  <a:srgbClr val="92D050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</a:rPr>
              <a:t>Data</a:t>
            </a:r>
            <a:endParaRPr lang="en-AU" sz="6600" b="1" cap="small" dirty="0">
              <a:solidFill>
                <a:srgbClr val="92D050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720969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136</TotalTime>
  <Words>3</Words>
  <Application>Microsoft Macintosh PowerPoint</Application>
  <PresentationFormat>Custom</PresentationFormat>
  <Paragraphs>1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>CSIRO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George, Andrew (Data61, Dutton Park)</dc:creator>
  <cp:lastModifiedBy>Andrew George</cp:lastModifiedBy>
  <cp:revision>17</cp:revision>
  <dcterms:created xsi:type="dcterms:W3CDTF">2017-03-06T05:27:13Z</dcterms:created>
  <dcterms:modified xsi:type="dcterms:W3CDTF">2017-11-14T22:41:57Z</dcterms:modified>
</cp:coreProperties>
</file>